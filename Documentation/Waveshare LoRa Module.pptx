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5156-DB3C-1F5D-53B5-3283025EB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844CD-1920-48CE-8A4E-0B508FCC4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07870-839B-80A7-7980-A7E0C5DA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0315E-E92F-1133-6C16-C74FC32AA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AEACA-A967-6B6E-405C-146E0926E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8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B30D-62A0-42B9-1F91-4705CACF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A1D29-B2B9-32AB-6F8F-5090651A0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A1597-C01D-D480-CE5E-6284A2929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2E7FC-B088-3B52-A27B-7768D8DC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EB3F7-C388-BDA2-5872-5D88F427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6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95CE-3340-142E-1EBB-F6FC0D38A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59230-C63D-F213-C49F-B5D36DDB2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D450E-22A7-DAC4-77A4-DEE6C7B2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96FED-124B-9DF2-F913-98921D2F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BC2C9-7A10-8B2C-139C-E07F4E7C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7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8AFF-6C3B-1BB0-7B66-617603B40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A1C2F-D2E1-ABA4-0EC7-955E6C27C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48915-8554-F980-2939-DC59DCCE2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E8114-29D1-9125-5947-D794F11B6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FF702-75C7-D173-38F7-6C3FFA8E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C6382-52A1-ACE9-C380-B76FDBF1F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59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E20E-63C4-16FA-66FB-1F7192B3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A4A27-B84C-C525-CAA0-E56CDD67C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5733A-47EB-D747-8EDD-6CAC3443A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274C7-CBD9-A1DD-9F4D-B7583020F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99B69A-BCF2-6BD8-E48F-82147FF70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FD010F-CA35-BD35-4267-E05A57EA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550E7-1840-4220-9BC3-C3819082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FA478-944B-B04C-61C2-DDD3737A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62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4862F-08B2-F9D5-6E82-05A2FC47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688C72-00A8-31E2-081B-0B677906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D1093-FD83-40B2-7855-4674AD31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36616-B726-0FB8-41F6-EEAEF53CB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2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D7CA9-72F7-83E1-D828-403FB09A7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B6459-BD23-23D6-1988-F135A6CE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BF2D5-9A8B-20EE-1133-1811AF4C3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75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99EFF-69EB-1FF2-92AE-B57C8D27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12F78-76B4-0BF5-9D4D-1BC476FE2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F7337-2276-4BA7-8AE6-5D1D67AC2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600B7-E14A-0E81-1935-FDF533A2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0AC11-6CF9-0A38-B50C-4040ABF7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2C815-8232-7FA4-2C77-D92D5B39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1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9BB9-1F7A-B8B2-D1CC-0E50CFDBB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05B78C-F355-BF5C-C75D-2D9B640C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6839C-DE8F-EEDC-2AD0-1130F5772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97ABE-00AF-CEFB-7A62-275C3436E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20CEA-27E8-F6DB-8CF3-0E94C407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3E011-2107-2B61-9B65-E3479F1E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2724-746A-1F1B-07B7-B801602F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80904-F78B-6D2D-442F-45ABB2B51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9B6F1-B09B-C890-2B54-941B7B3C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0266A-F9CE-E874-8827-C81C54CC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2A3D9-ACCD-7864-B544-E53A3B4C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43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D5BDE-3C55-CEBF-0AA5-DCD374541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DB530-668B-4502-0151-B9EC7B440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E1B86-6948-EB3C-B733-8B9BAA6A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1E2F1-C932-60B1-85A2-76E68FEC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C62E8-349A-FF69-EF12-BA6672D5D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2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09C372-CED6-040C-11EB-1A70F262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90B5B-261D-602B-B8A5-7BDF94D1B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00CB4-18BC-5072-8759-BBB304312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B97FA-281E-426E-8AEA-4CA1EA4821E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4B432-1C2B-80F4-9FD2-91797B9DE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72BE2-4CFA-3720-50F9-139D5C71E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E7FA9-D9E6-4C3D-8A38-6F45B2E6B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4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1B6D451-0559-8550-707A-E603877C1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403" y="742950"/>
            <a:ext cx="6245194" cy="5372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FD8EA8-EFDD-74A7-3281-7264A98AE131}"/>
              </a:ext>
            </a:extLst>
          </p:cNvPr>
          <p:cNvSpPr txBox="1"/>
          <p:nvPr/>
        </p:nvSpPr>
        <p:spPr>
          <a:xfrm rot="5400000">
            <a:off x="8221585" y="6124576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ANT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5B4D0-FD35-3ECF-4C78-FAA13896B9B6}"/>
              </a:ext>
            </a:extLst>
          </p:cNvPr>
          <p:cNvSpPr txBox="1"/>
          <p:nvPr/>
        </p:nvSpPr>
        <p:spPr>
          <a:xfrm rot="5400000">
            <a:off x="7495640" y="6124577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GND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B8A733-B2EB-4D9F-6AEE-754A96FF5B3F}"/>
              </a:ext>
            </a:extLst>
          </p:cNvPr>
          <p:cNvSpPr txBox="1"/>
          <p:nvPr/>
        </p:nvSpPr>
        <p:spPr>
          <a:xfrm rot="5400000">
            <a:off x="8187120" y="39855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GND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BB1CEC-53AD-4E17-33B8-0640293F8F97}"/>
              </a:ext>
            </a:extLst>
          </p:cNvPr>
          <p:cNvSpPr txBox="1"/>
          <p:nvPr/>
        </p:nvSpPr>
        <p:spPr>
          <a:xfrm rot="5400000">
            <a:off x="7495641" y="39855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GND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BA5B40-228C-A4FB-18D1-2BE642F637D4}"/>
              </a:ext>
            </a:extLst>
          </p:cNvPr>
          <p:cNvSpPr txBox="1"/>
          <p:nvPr/>
        </p:nvSpPr>
        <p:spPr>
          <a:xfrm rot="5400000">
            <a:off x="6938735" y="6124577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CS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12DBE8-A32A-345F-6859-86A5522046EF}"/>
              </a:ext>
            </a:extLst>
          </p:cNvPr>
          <p:cNvSpPr txBox="1"/>
          <p:nvPr/>
        </p:nvSpPr>
        <p:spPr>
          <a:xfrm rot="5400000">
            <a:off x="6212713" y="6124576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SCK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3A6715-9F0B-3C99-C679-A9244134EEF4}"/>
              </a:ext>
            </a:extLst>
          </p:cNvPr>
          <p:cNvSpPr txBox="1"/>
          <p:nvPr/>
        </p:nvSpPr>
        <p:spPr>
          <a:xfrm rot="5400000">
            <a:off x="5500349" y="6149424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MOSI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6B545C-D56B-1AB8-DFA7-49B3251680C1}"/>
              </a:ext>
            </a:extLst>
          </p:cNvPr>
          <p:cNvSpPr txBox="1"/>
          <p:nvPr/>
        </p:nvSpPr>
        <p:spPr>
          <a:xfrm rot="5400000">
            <a:off x="4842633" y="618024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MISO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1D42FF-2077-57DB-C828-EA596F7487E1}"/>
              </a:ext>
            </a:extLst>
          </p:cNvPr>
          <p:cNvSpPr txBox="1"/>
          <p:nvPr/>
        </p:nvSpPr>
        <p:spPr>
          <a:xfrm rot="5400000">
            <a:off x="4148081" y="6148989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RESET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CC4A38-BE25-6566-E412-438C34E2A461}"/>
              </a:ext>
            </a:extLst>
          </p:cNvPr>
          <p:cNvSpPr txBox="1"/>
          <p:nvPr/>
        </p:nvSpPr>
        <p:spPr>
          <a:xfrm rot="5400000">
            <a:off x="3499749" y="6148990"/>
            <a:ext cx="754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BUSY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A38ED6-EC5A-71AC-5664-C61498DEBDAB}"/>
              </a:ext>
            </a:extLst>
          </p:cNvPr>
          <p:cNvSpPr txBox="1"/>
          <p:nvPr/>
        </p:nvSpPr>
        <p:spPr>
          <a:xfrm rot="5400000">
            <a:off x="6797671" y="398556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RXEN</a:t>
            </a:r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A336E2-528A-6769-7697-320AF321EEBD}"/>
              </a:ext>
            </a:extLst>
          </p:cNvPr>
          <p:cNvSpPr txBox="1"/>
          <p:nvPr/>
        </p:nvSpPr>
        <p:spPr>
          <a:xfrm rot="5400000">
            <a:off x="6158210" y="368901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TXEN</a:t>
            </a:r>
            <a:endParaRPr 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89353B-8CD1-A1CD-6084-BC6148318D90}"/>
              </a:ext>
            </a:extLst>
          </p:cNvPr>
          <p:cNvSpPr txBox="1"/>
          <p:nvPr/>
        </p:nvSpPr>
        <p:spPr>
          <a:xfrm rot="5400000">
            <a:off x="5520386" y="368901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DIO2</a:t>
            </a:r>
            <a:endParaRPr 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F45C65-8F62-5477-787D-22845AD34F2A}"/>
              </a:ext>
            </a:extLst>
          </p:cNvPr>
          <p:cNvSpPr txBox="1"/>
          <p:nvPr/>
        </p:nvSpPr>
        <p:spPr>
          <a:xfrm rot="5400000">
            <a:off x="4862672" y="368901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DIO1</a:t>
            </a:r>
            <a:endParaRPr 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98D459-7CA4-77B6-0587-94F6D019A4B2}"/>
              </a:ext>
            </a:extLst>
          </p:cNvPr>
          <p:cNvSpPr txBox="1"/>
          <p:nvPr/>
        </p:nvSpPr>
        <p:spPr>
          <a:xfrm rot="5400000">
            <a:off x="4233842" y="368901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GND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F6B694-CAF5-35C4-5F97-AA3FB016B247}"/>
              </a:ext>
            </a:extLst>
          </p:cNvPr>
          <p:cNvSpPr txBox="1"/>
          <p:nvPr/>
        </p:nvSpPr>
        <p:spPr>
          <a:xfrm rot="5400000">
            <a:off x="3589741" y="383328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3V3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967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E4CA79-540E-AE25-87F9-19C0E8AF0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5614"/>
            <a:ext cx="12192000" cy="534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62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Sharp, Matthew Gregory</dc:creator>
  <cp:lastModifiedBy>Sharp, Matthew Gregory</cp:lastModifiedBy>
  <cp:revision>1</cp:revision>
  <dcterms:created xsi:type="dcterms:W3CDTF">2025-07-29T01:37:23Z</dcterms:created>
  <dcterms:modified xsi:type="dcterms:W3CDTF">2025-07-29T01:57:37Z</dcterms:modified>
</cp:coreProperties>
</file>